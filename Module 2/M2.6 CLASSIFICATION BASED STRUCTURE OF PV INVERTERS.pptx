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321" r:id="rId3"/>
    <p:sldId id="305" r:id="rId4"/>
    <p:sldId id="322" r:id="rId5"/>
    <p:sldId id="3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C93AA-4836-7E9E-FCD7-B9B117737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C1729-AF98-0682-825B-E4AC46689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998CC-133C-9ACE-97A5-9237F28A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5129-148E-4889-B309-ED5148DD75D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1484A-2574-004A-6D22-D0CD7DB3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AD0AE-B750-5EA2-DD3A-5C58F9E2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499B-C85E-422F-A07A-8BDDD70C2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901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DA89C-4C2C-6D8A-F300-A08768FB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96ADC-5506-8F39-741F-8D4DDFC14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8869A-E980-7893-225F-8CBF63765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5129-148E-4889-B309-ED5148DD75D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958DD-169B-05A4-378D-E4AF6385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45F74-82C6-E86B-B0CC-78708CC7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499B-C85E-422F-A07A-8BDDD70C2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180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EF7B-C227-A026-A811-33B39E9B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47E4E-71FA-2F7B-72DA-4BD5EAEE7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117A1-252D-5B2B-2ACC-4D251D16A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5129-148E-4889-B309-ED5148DD75D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EEC18-E537-8553-6A51-82EC0CCE2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346E0-EE24-51C0-A0E9-8AA56FEF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499B-C85E-422F-A07A-8BDDD70C2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397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CE66-84AC-94BF-2D5D-2C0C2436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65FDD-7EE4-1B4B-7E1D-B294BE39C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F7C0E-2854-A2A3-5068-CEDE8F679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D4ED1-E67B-B50D-3282-3BC2E8549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5129-148E-4889-B309-ED5148DD75D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BE927-AC45-8F37-A682-6C962CA9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2F1FC-3F55-0F3C-BEE6-1B8411E03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499B-C85E-422F-A07A-8BDDD70C2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09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B238E-A2BD-DF2A-99F7-5253B7B0E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AE4EE-FEDC-B191-9ACF-B31F2A6EB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69AEE-1F83-E791-6684-4508DA9F9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258239-B4E2-2E71-A005-FEE4DD121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CB8F4-5E13-070D-09CB-7C5898614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47868-3C89-D50F-60CE-68541739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5129-148E-4889-B309-ED5148DD75D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E7CFD3-8055-F40C-587C-AE4F2A2D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DDCBE1-3DBA-4C02-02D5-A3615158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499B-C85E-422F-A07A-8BDDD70C2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74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29FA-FBD4-1690-1462-261D743DE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0B13E-A114-A012-6FCF-C49B91029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5129-148E-4889-B309-ED5148DD75D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46AF82-0B72-0990-9D96-4F370B9F9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828FE-C8F0-B82B-A849-3809C2369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499B-C85E-422F-A07A-8BDDD70C2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917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D2F06-E0FC-B148-DD4D-16B70D225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5129-148E-4889-B309-ED5148DD75D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5351CF-53D5-93F9-D9E5-EBB336E7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04B1C-08EB-3056-C45D-C3874EF0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499B-C85E-422F-A07A-8BDDD70C2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94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E13A-8185-CBAE-69B9-35FBCA12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69AC9-8CE9-A828-0CDB-3681A3D7F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2E8A4-EC3C-D9DA-4548-211C45241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D010B-0954-379F-63C1-2FEF361E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5129-148E-4889-B309-ED5148DD75D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BE8CA-D9FF-F245-084E-01CE2AC64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EDA18-C56F-64A3-5BB9-1C357266C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499B-C85E-422F-A07A-8BDDD70C2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778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F897-2D50-FE36-D2D9-B9D3E5B9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459E7-46ED-2091-1925-4EB03F3384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D2BB3-E2B7-BF51-1053-0E5F73C28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FF12B-913E-7075-5C86-96A74C76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5129-148E-4889-B309-ED5148DD75D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4F940-D7E8-4F3A-0936-50B7D824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80918-DC86-3360-B569-84452A8C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499B-C85E-422F-A07A-8BDDD70C2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162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4543-A52B-AE6D-F01F-8A00B5B7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5D83B5-CA0C-E9C2-2CE6-AFA9899C2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85504-D4A6-BF30-1C54-E97DC2A7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5129-148E-4889-B309-ED5148DD75D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BD51-B599-89BC-E8CA-C71F5555C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12558-CBF3-9CD1-3815-A1BF23604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499B-C85E-422F-A07A-8BDDD70C2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936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700A0-0917-20A5-602F-2CD76344C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EB8BD-A134-E419-3D60-937DC94A8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DA2C4-7C1A-A564-F558-565945C3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D5129-148E-4889-B309-ED5148DD75D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B8AAA-4EE7-49ED-DFA1-B3CF0702C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0168A-B14D-8ED2-E095-07EE54EA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9499B-C85E-422F-A07A-8BDDD70C2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88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50205-382B-2E36-08E1-4B12D3E0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DC9F9-AB9C-FF99-73E7-F464290BB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10FBA-D22F-CB18-60FE-4CF1ABBAE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D5129-148E-4889-B309-ED5148DD75D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9A007-51F8-5C0B-3F2D-D071C51CE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C3BB0-A340-C4B5-CF75-86CEB8E21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9499B-C85E-422F-A07A-8BDDD70C2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81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601E3-4041-870A-D85C-4E64B72CB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SOLAR INVERTER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F6CEC-32EA-089F-E459-C146CBA7B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666666"/>
                </a:solidFill>
                <a:effectLst/>
              </a:rPr>
              <a:t>A</a:t>
            </a:r>
            <a:r>
              <a:rPr lang="en-US" sz="2400" b="1" i="0" dirty="0">
                <a:solidFill>
                  <a:srgbClr val="666666"/>
                </a:solidFill>
                <a:effectLst/>
              </a:rPr>
              <a:t> solar inverter</a:t>
            </a:r>
            <a:r>
              <a:rPr lang="en-US" sz="2400" b="0" i="0" dirty="0">
                <a:solidFill>
                  <a:srgbClr val="666666"/>
                </a:solidFill>
                <a:effectLst/>
              </a:rPr>
              <a:t> or photovoltaic (PV) inverter is a type of power inverter that converts the variable direct current (DC) output of a photovoltaic solar panel into a utility frequency alternating current (AC) that can be fed into a commercial electrical grid or used by a local, off-grid electrical network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78044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7FBD9-06AB-DA0A-FA56-874DE9742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A2DA1-348E-03C0-CACB-5A4018D34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PV INVERTERS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2C3379-3CD4-99AC-0A88-FDB50D28D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639347"/>
            <a:ext cx="5372100" cy="15908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AB4F27-7B7C-DDF5-9BD4-23373E4B2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30217"/>
            <a:ext cx="5314950" cy="252454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AD43F94-40AC-571A-C5A1-F1BE5923AC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153149" y="1253331"/>
            <a:ext cx="5843381" cy="5505278"/>
          </a:xfrm>
        </p:spPr>
      </p:pic>
    </p:spTree>
    <p:extLst>
      <p:ext uri="{BB962C8B-B14F-4D97-AF65-F5344CB8AC3E}">
        <p14:creationId xmlns:p14="http://schemas.microsoft.com/office/powerpoint/2010/main" val="230884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5E5FC-3596-E477-1A75-66C57F3D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PV INVERTERS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892307-5A9F-CA91-7AC8-FBC85E0090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097" y="1772072"/>
            <a:ext cx="5315667" cy="4310675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626EBF-97C3-6322-3FC8-A884B59A2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237" y="1243117"/>
            <a:ext cx="5809171" cy="556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43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BC7F3-46DD-9656-16AF-E24A8E00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2364B-6F23-C6D3-50DB-39CD44C5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PV INVERTERS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3DC99D5-18D6-5377-6459-72CF78BE49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363660"/>
            <a:ext cx="6096000" cy="5494339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39AD7CF-D7C1-B5A3-A219-2154B1B5A1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48747" y="1690687"/>
            <a:ext cx="5181600" cy="399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61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F93D51-1BE9-5D90-ADBA-9931FF2D27B4}"/>
              </a:ext>
            </a:extLst>
          </p:cNvPr>
          <p:cNvGraphicFramePr>
            <a:graphicFrameLocks noGrp="1"/>
          </p:cNvGraphicFramePr>
          <p:nvPr/>
        </p:nvGraphicFramePr>
        <p:xfrm>
          <a:off x="92765" y="518623"/>
          <a:ext cx="12013095" cy="6239986"/>
        </p:xfrm>
        <a:graphic>
          <a:graphicData uri="http://schemas.openxmlformats.org/drawingml/2006/table">
            <a:tbl>
              <a:tblPr/>
              <a:tblGrid>
                <a:gridCol w="2402619">
                  <a:extLst>
                    <a:ext uri="{9D8B030D-6E8A-4147-A177-3AD203B41FA5}">
                      <a16:colId xmlns:a16="http://schemas.microsoft.com/office/drawing/2014/main" val="2729625302"/>
                    </a:ext>
                  </a:extLst>
                </a:gridCol>
                <a:gridCol w="2402619">
                  <a:extLst>
                    <a:ext uri="{9D8B030D-6E8A-4147-A177-3AD203B41FA5}">
                      <a16:colId xmlns:a16="http://schemas.microsoft.com/office/drawing/2014/main" val="2133701994"/>
                    </a:ext>
                  </a:extLst>
                </a:gridCol>
                <a:gridCol w="2402619">
                  <a:extLst>
                    <a:ext uri="{9D8B030D-6E8A-4147-A177-3AD203B41FA5}">
                      <a16:colId xmlns:a16="http://schemas.microsoft.com/office/drawing/2014/main" val="72055836"/>
                    </a:ext>
                  </a:extLst>
                </a:gridCol>
                <a:gridCol w="2221065">
                  <a:extLst>
                    <a:ext uri="{9D8B030D-6E8A-4147-A177-3AD203B41FA5}">
                      <a16:colId xmlns:a16="http://schemas.microsoft.com/office/drawing/2014/main" val="1999510979"/>
                    </a:ext>
                  </a:extLst>
                </a:gridCol>
                <a:gridCol w="2584173">
                  <a:extLst>
                    <a:ext uri="{9D8B030D-6E8A-4147-A177-3AD203B41FA5}">
                      <a16:colId xmlns:a16="http://schemas.microsoft.com/office/drawing/2014/main" val="200576502"/>
                    </a:ext>
                  </a:extLst>
                </a:gridCol>
              </a:tblGrid>
              <a:tr h="998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Type of Inverter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Typical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Where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Key 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Key 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655973"/>
                  </a:ext>
                </a:extLst>
              </a:tr>
              <a:tr h="1747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Central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50 kW – MW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Utility-scale solar farms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Low cost per watt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Whole system affected by shading/mismatch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831015"/>
                  </a:ext>
                </a:extLst>
              </a:tr>
              <a:tr h="1747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String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1–20 kW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Residential &amp; commercial rooftops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Good performance, flexible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Higher cost than central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329229"/>
                  </a:ext>
                </a:extLst>
              </a:tr>
              <a:tr h="1747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Microinverter (Module-integrated)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200–400 W per module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Shaded/complex rooftops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Maximum energy harvest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Expensive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404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583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SOLAR INVERTER</vt:lpstr>
      <vt:lpstr>STRUCTURE OF PV INVERTERS</vt:lpstr>
      <vt:lpstr>STRUCTURE OF PV INVERTERS</vt:lpstr>
      <vt:lpstr>STRUCTURE OF PV INVERTERS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2025-12-15T04:25:46Z</dcterms:created>
  <dcterms:modified xsi:type="dcterms:W3CDTF">2025-12-15T04:26:47Z</dcterms:modified>
</cp:coreProperties>
</file>