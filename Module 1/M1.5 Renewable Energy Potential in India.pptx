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4" r:id="rId2"/>
    <p:sldId id="365" r:id="rId3"/>
    <p:sldId id="366" r:id="rId4"/>
    <p:sldId id="3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2758-00D4-7808-ADE7-CEDD7554B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A7C64-8082-934F-33A5-66061AE44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8043-D42A-665C-B3C2-1AA692C02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9C31C-E75C-F955-0197-2A135F4F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C7B2C-5A69-D3C6-044E-3AAD5EB9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887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0447-8FA4-E0EE-E178-110C6C23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B8EC-660D-CADD-5933-9C91DBBD8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DDBF3-EB55-B464-1009-C0324AD6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EC623-AC02-FE30-5911-C90146E5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F58B7-FFAC-A674-45C6-7195F31F5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B3A5-CD5B-4F7E-E080-833BF3B3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6BC27-86DB-89D9-3966-0B765D33B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62EA2-2E82-3E17-88FE-7C9FDDC2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75D4-662B-F608-7DBB-527D56B4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BC2CB-A141-144A-2446-3C1D1939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87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D18D-98A8-1B76-C07D-F37E42A0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EDF43-BBE3-D03B-34FB-A6E4FD33D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0E537-DECD-42B7-42C6-380E488C0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B835F-4958-77C7-4E81-3B7AB585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C852C-8E2B-8DAE-FA76-07DF261F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357D8-04F1-3485-1B58-67578F5A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5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1AD1-4328-9616-B99A-44E1C11E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681D-E8E5-C6A7-0F5B-D2CAAFCA0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A09E0-3DC2-E30F-08AD-26A872329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1AD40-CD65-40CB-DBEA-CAD06F68F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3043B-C9A1-8191-6580-062A1E9B46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F6392-CE7B-42E1-E7BA-DACD9FA2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AD66F-7F9A-7B93-DAF2-3F09F4B4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E9249-3513-C52C-2289-9ABE11C7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4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9B91-9507-EAC3-E07F-C9813B67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B6DC4-0CEA-FF2A-E379-5FD54A2B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DB27E-19BF-DD32-51E5-7E6BF741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F044-A017-5A17-01C0-DAD248C4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24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1CF-EB69-4A74-9F18-80769D9F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3CBDC-62EE-6605-ABB7-0329177E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99A9-AD7A-682D-1812-87975880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17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9D0F-5705-8BC5-68D9-51245AB0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0FFDA-3F8D-1014-FE69-49F9644D8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BA0E1-4DB5-D0C2-033D-E6687B4B1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0E1C4-8983-9519-F3E6-90D37793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B54E0-F704-F3A0-AD62-5EB42C05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B1636-753B-E03C-B595-A295CF1D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26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EA69-1BBD-117B-A67C-7DA406F0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7B74A-FF13-D3BC-3A31-AB9A0E209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74E86-E3AF-E6BD-0E13-D1516BB8A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14653-4C42-0DB7-E5D1-9B04959F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1BE9B-B265-D0EC-E8D3-8729B099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B79FC-2BDE-1D29-E3C0-923D5940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6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02EB-C58C-680B-14B3-F96CA5F2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05147-CE56-8600-AC60-368EFE463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04F6-D2E1-1CA7-5E91-20622FD5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45146-10AC-59CD-02BE-51D47622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77D98-695A-BA45-9D84-AB320026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22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02DB3-74C2-824C-1489-448AB50C6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C8AC1-7C9E-2266-6A9E-038390B1F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4C779-4ED7-6AB2-BE30-686FD26F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DBF66-8FB1-2353-FF15-31522138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F6D3D-16DF-B75F-EF6F-A93526FF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14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0763E-E433-BF82-9185-758B44534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33152-B888-B141-FD9C-D447B2EF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86BD5-D0E2-2E5D-FE5F-02AF9D4A8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6230-0671-4210-8C99-5DA170570DA2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49E34-4EDE-D43B-2282-7EFB0A3CA6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39155-CE16-68A1-CF74-BCD3A4B1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881BB-D745-4AC8-B82A-62B7F1F49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37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4F6E-88F0-0A50-D3EF-4667AB43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Energy Potential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BA24-C191-3C1E-2704-3D4F0A277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India is increasingly focusing on renewable energy sources as part of its sustainable development and climate action efforts. </a:t>
            </a:r>
          </a:p>
          <a:p>
            <a:r>
              <a:rPr lang="en-US" sz="2400" dirty="0"/>
              <a:t>As of March 31, 2024, the total estimated potential for renewable power generation in India stood at 2,109,655 MW. </a:t>
            </a:r>
          </a:p>
          <a:p>
            <a:r>
              <a:rPr lang="en-US" sz="2400" dirty="0"/>
              <a:t>This potential comes from a variety of renewable sources, including wind, solar, biomass, small hydro, and cogeneration from bagasse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544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AC55-6186-26D0-4803-5B6E2537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Energy Potential in India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EB9B3-A7A1-4BB4-B3D5-E44291280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053" y="1690688"/>
            <a:ext cx="79213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6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2986-C851-CC84-768B-FAB061D7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Energy Potential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29FA-310B-B3FA-6174-9842CD56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78"/>
            <a:ext cx="10800522" cy="47210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Potential is spread across several key renewable energy sources, as detailed below: </a:t>
            </a:r>
          </a:p>
          <a:p>
            <a:pPr lvl="1"/>
            <a:r>
              <a:rPr lang="en-US" dirty="0"/>
              <a:t>Solar Power: India has immense potential for solar power generation, estimated at 748,990 MW, which accounts for 36% of the total renewable energy potential. </a:t>
            </a:r>
          </a:p>
          <a:p>
            <a:pPr lvl="1"/>
            <a:r>
              <a:rPr lang="en-US" dirty="0"/>
              <a:t>Wind Power: With an estimated potential of 1,163,856 MW (55% of total renewable energy potential), wind power stands as the most significant source of renewable energy in India. </a:t>
            </a:r>
          </a:p>
          <a:p>
            <a:pPr lvl="1"/>
            <a:r>
              <a:rPr lang="en-US" dirty="0"/>
              <a:t>Large Hydropower (Large Hydro): The potential for large hydropower generation is estimated at 133,410 MW, contributing 6% to the country's renewable energy potential. </a:t>
            </a:r>
          </a:p>
          <a:p>
            <a:pPr lvl="1"/>
            <a:r>
              <a:rPr lang="en-US" dirty="0"/>
              <a:t>Small Hydro Power (SHP): India also has a notable potential of 21,134 MW (1%) from small hydro power projects.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81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86BB-BCEE-30CD-C7AE-B4F67EFB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Renewable Energy Potential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9795B-E60C-833F-6548-E0883A9BA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Biomass Power: Biomass, which includes agricultural waste, forest residues, and other organic matter, has a potential of 28,447 MW, accounting for 1% of the total renewable power potential. </a:t>
            </a:r>
          </a:p>
          <a:p>
            <a:r>
              <a:rPr lang="en-US" dirty="0"/>
              <a:t>Cogeneration from Bagasse: India has a specific potential of 13,818 MW (1%) from bagasse-based cogeneration in sugar mills. This is a highly efficient form of energy generation, especially in regions with a robust sugar industry.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11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Renewable Energy Potential in India</vt:lpstr>
      <vt:lpstr>Renewable Energy Potential in India</vt:lpstr>
      <vt:lpstr>Renewable Energy Potential in India</vt:lpstr>
      <vt:lpstr>Renewable Energy Potential in India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2026-03-20T16:28:49Z</dcterms:created>
  <dcterms:modified xsi:type="dcterms:W3CDTF">2026-03-20T16:29:21Z</dcterms:modified>
</cp:coreProperties>
</file>