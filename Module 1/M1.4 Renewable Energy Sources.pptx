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2" r:id="rId2"/>
    <p:sldId id="355" r:id="rId3"/>
    <p:sldId id="356" r:id="rId4"/>
    <p:sldId id="325" r:id="rId5"/>
    <p:sldId id="360" r:id="rId6"/>
    <p:sldId id="3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117E-8A72-80F3-19FD-B42D56758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B80D7-5B01-7DB5-BF42-2B0BE0703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610E5-E9D0-C15B-B56F-25B5193D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73B4F-234E-2DF5-7FCC-1256F3A0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7FE96-B867-60B3-146B-090D0CC8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48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C344-5F08-E2E8-45C2-2A47EF15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7C41C-79FE-6869-47EA-3A3707525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E120E-10CC-E691-2B68-1073B32E6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7897-82C0-B67A-88C5-B033D58C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B80DB-B68B-912C-24D6-F55C2CB1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355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FA754-1457-E026-86AC-5645C791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1946B-0F26-28A3-1555-D1EDDDB63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8E638-8DE5-E0CF-2B0C-9DB4AC87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E1693-42BF-C1BE-22AA-DB5E2105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74E0-550C-06B6-BA01-2B4D149A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76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67B1-D99D-684C-CCF1-0D9778BF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7353-F19B-7A31-E793-17B480FC87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C547D-2569-3450-B8AD-40E151734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9068B-49FD-F773-49B2-FAD6C4877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54363-B7F1-4DF4-F647-8088776E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C81A5-DE80-C64E-F8AA-63D568A2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88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7EBA-61DB-207D-909E-64DF4A04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5F47-DAF7-C0D8-EB1E-9FF79F11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2F231-0582-44D6-E07E-C42B7DB5B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69756-F387-A4F2-37DA-FE1B0C2DD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01DC79-FBEC-F072-0E9A-59661DC79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3C129F-68F2-F1DA-F812-A521FF2C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D860A1-FE34-8A57-FFCF-87044028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1A6F9-B098-FF71-38FF-ABC5FD44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1828-60D3-5075-B19C-10A81107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A0C-CF2B-3F2D-82FD-6E0E329A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C9BFB-655C-7C28-0A52-9B90404B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48E67-E855-7C51-2222-B86A01AF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1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E5C23-17FD-EDBB-9736-42D0E4239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C3E03-E77E-6789-65A4-A283E129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DC154-5775-B0DE-52F3-386D1FA4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76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7D82-0E3F-E6C8-2BCE-6BE874E8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A9C71-AE40-75A4-A21C-C3511BC31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6EE0F-9F27-9775-F64A-D482B4E22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3EE57-B0CD-B08B-B263-ECDAA02A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DAD75-A37F-A2CA-57AC-D4257402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AC4DD-C7EE-E02B-2E62-2921953A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80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C4B5-5755-2AF2-2159-6AA5874E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DBCFE-B9D8-1DD5-7C89-4B1048A6E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103D5-1BCD-95D8-F58D-CA086F4FF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35D05-D97B-180C-F92F-2CC97D67F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D267F-5C85-80F4-CD5A-793B4A74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F16E2-D631-9239-48F6-A9C7D9BB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801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5E7E-547F-7B7A-02BC-7C3676D1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28131-408D-A7CA-9045-14FF60FCA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766DA-D607-3C17-2EF8-37AC2575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AA9C1-487D-4E7E-2712-D5F10C75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34EBC-97DB-9C4C-4E70-24A5B184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44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5FAD0-BC8B-06E4-D22B-A77CB526D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E10B0-8751-B44B-59CB-DEBD57115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4635F-2C07-F6AA-8C55-2B9AD659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EE910-70D3-1E90-B4BB-0DCF1E6D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40E6D-4F70-82CB-96A3-84BD81F1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86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721F0-6E63-1571-4C29-98DBFBA2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D7454-4608-9171-05B3-16A575B1A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D7B98-40E8-C351-DFAF-46CB396ED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69BB4-EB20-48AD-9DB1-F31E5CADCFC7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A2180-73D9-CA80-088A-AF5C135D7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F79FE-B406-C89D-7F90-FB7052B97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43F37-D1D2-48A4-9A90-2FB719806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75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5CA0-9B72-A322-56F6-62776370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Renewable Energy Sources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E25B5-4381-34B4-A19D-5038FD70B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Renewable energy refers to energy produced from natural resources that are continuously replenished on a human timescale. </a:t>
            </a:r>
          </a:p>
          <a:p>
            <a:r>
              <a:rPr lang="en-US" sz="2400" dirty="0"/>
              <a:t>Unlike fossil fuels such as coal, oil, and natural gas—which are finite and contribute to pollution—renewable energy sources are cleaner, more sustainable, and environmentally friendly.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785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AD65F-0A2B-71E5-653D-E5562E72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/>
              <a:t>Need of renewable energy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8F90E8-2E2C-3897-99DF-7AAE5461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75" y="1484200"/>
            <a:ext cx="10092115" cy="484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15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BCD5-931C-B495-65AC-BC2CA704D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078"/>
          </a:xfrm>
        </p:spPr>
        <p:txBody>
          <a:bodyPr/>
          <a:lstStyle/>
          <a:p>
            <a:r>
              <a:rPr lang="en-US" sz="4400" b="0" i="0" u="none" strike="noStrike" baseline="0" dirty="0"/>
              <a:t>Need of renewable energy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C0A6A-FD3C-38CA-58B3-AF22F965D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32" y="1323203"/>
            <a:ext cx="9485194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7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9DFF-655D-20B4-98DD-17736AF6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u="none" strike="noStrike" baseline="0" dirty="0"/>
              <a:t>Potential of renewable energy sources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7E54F5-17D7-391C-5A89-F42EF1D5D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634" y="1577147"/>
            <a:ext cx="9305488" cy="4915728"/>
          </a:xfrm>
        </p:spPr>
      </p:pic>
    </p:spTree>
    <p:extLst>
      <p:ext uri="{BB962C8B-B14F-4D97-AF65-F5344CB8AC3E}">
        <p14:creationId xmlns:p14="http://schemas.microsoft.com/office/powerpoint/2010/main" val="413204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A0B3-1EA7-2514-C325-DCE73C61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826D-4E02-FA8C-06D4-F879D764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u="none" strike="noStrike" baseline="0" dirty="0"/>
              <a:t>Potential of renewable energy sources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4557E6-DB33-03E6-19E8-7FA448BD7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3333" y="1507573"/>
            <a:ext cx="9204458" cy="4985302"/>
          </a:xfrm>
        </p:spPr>
      </p:pic>
    </p:spTree>
    <p:extLst>
      <p:ext uri="{BB962C8B-B14F-4D97-AF65-F5344CB8AC3E}">
        <p14:creationId xmlns:p14="http://schemas.microsoft.com/office/powerpoint/2010/main" val="249807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7F6A-B8CF-D465-F93D-AC0DA1F8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FA45D-AA05-6B4A-A59E-534E7CC5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u="none" strike="noStrike" baseline="0" dirty="0"/>
              <a:t>Potential of renewable energy sources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B18B27-DCCD-1085-B6ED-D7E4A7A85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7509"/>
            <a:ext cx="9428922" cy="4604630"/>
          </a:xfrm>
        </p:spPr>
      </p:pic>
    </p:spTree>
    <p:extLst>
      <p:ext uri="{BB962C8B-B14F-4D97-AF65-F5344CB8AC3E}">
        <p14:creationId xmlns:p14="http://schemas.microsoft.com/office/powerpoint/2010/main" val="3731408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Introduction to Renewable Energy Sources</vt:lpstr>
      <vt:lpstr>Need of renewable energy</vt:lpstr>
      <vt:lpstr>Need of renewable energy</vt:lpstr>
      <vt:lpstr>Potential of renewable energy sources</vt:lpstr>
      <vt:lpstr>Potential of renewable energy sources</vt:lpstr>
      <vt:lpstr>Potential of renewable energy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2026-03-20T16:26:39Z</dcterms:created>
  <dcterms:modified xsi:type="dcterms:W3CDTF">2026-03-20T16:27:59Z</dcterms:modified>
</cp:coreProperties>
</file>