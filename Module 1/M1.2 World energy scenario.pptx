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8" r:id="rId2"/>
    <p:sldId id="266" r:id="rId3"/>
    <p:sldId id="368" r:id="rId4"/>
    <p:sldId id="373" r:id="rId5"/>
    <p:sldId id="374"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835"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2551E-245A-C8DF-AFFF-43557DB132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E04698F-5704-53E2-EF4D-2FB419E5C7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996A1E0-5E91-FBBD-C0BB-3B38A0993177}"/>
              </a:ext>
            </a:extLst>
          </p:cNvPr>
          <p:cNvSpPr>
            <a:spLocks noGrp="1"/>
          </p:cNvSpPr>
          <p:nvPr>
            <p:ph type="dt" sz="half" idx="10"/>
          </p:nvPr>
        </p:nvSpPr>
        <p:spPr/>
        <p:txBody>
          <a:bodyPr/>
          <a:lstStyle/>
          <a:p>
            <a:fld id="{4EC409FE-D587-4AAE-A3FE-BFF88D71C392}" type="datetimeFigureOut">
              <a:rPr lang="en-IN" smtClean="0"/>
              <a:t>20-03-2026</a:t>
            </a:fld>
            <a:endParaRPr lang="en-IN"/>
          </a:p>
        </p:txBody>
      </p:sp>
      <p:sp>
        <p:nvSpPr>
          <p:cNvPr id="5" name="Footer Placeholder 4">
            <a:extLst>
              <a:ext uri="{FF2B5EF4-FFF2-40B4-BE49-F238E27FC236}">
                <a16:creationId xmlns:a16="http://schemas.microsoft.com/office/drawing/2014/main" id="{3D419D92-C55A-C708-B118-2C4B5A8F59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BFEF37-63F6-CA63-2EBD-526462CC478F}"/>
              </a:ext>
            </a:extLst>
          </p:cNvPr>
          <p:cNvSpPr>
            <a:spLocks noGrp="1"/>
          </p:cNvSpPr>
          <p:nvPr>
            <p:ph type="sldNum" sz="quarter" idx="12"/>
          </p:nvPr>
        </p:nvSpPr>
        <p:spPr/>
        <p:txBody>
          <a:bodyPr/>
          <a:lstStyle/>
          <a:p>
            <a:fld id="{90C35E0F-97AC-428B-B428-6B91AEDF23B5}" type="slidenum">
              <a:rPr lang="en-IN" smtClean="0"/>
              <a:t>‹#›</a:t>
            </a:fld>
            <a:endParaRPr lang="en-IN"/>
          </a:p>
        </p:txBody>
      </p:sp>
    </p:spTree>
    <p:extLst>
      <p:ext uri="{BB962C8B-B14F-4D97-AF65-F5344CB8AC3E}">
        <p14:creationId xmlns:p14="http://schemas.microsoft.com/office/powerpoint/2010/main" val="9590532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F36BC-EF64-23E3-FB64-D9001F19ED3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AE5A4FC-14D7-77D3-4B78-CE469BA25D1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90A819-40D1-7EC5-A5DC-57100D406C08}"/>
              </a:ext>
            </a:extLst>
          </p:cNvPr>
          <p:cNvSpPr>
            <a:spLocks noGrp="1"/>
          </p:cNvSpPr>
          <p:nvPr>
            <p:ph type="dt" sz="half" idx="10"/>
          </p:nvPr>
        </p:nvSpPr>
        <p:spPr/>
        <p:txBody>
          <a:bodyPr/>
          <a:lstStyle/>
          <a:p>
            <a:fld id="{4EC409FE-D587-4AAE-A3FE-BFF88D71C392}" type="datetimeFigureOut">
              <a:rPr lang="en-IN" smtClean="0"/>
              <a:t>20-03-2026</a:t>
            </a:fld>
            <a:endParaRPr lang="en-IN"/>
          </a:p>
        </p:txBody>
      </p:sp>
      <p:sp>
        <p:nvSpPr>
          <p:cNvPr id="5" name="Footer Placeholder 4">
            <a:extLst>
              <a:ext uri="{FF2B5EF4-FFF2-40B4-BE49-F238E27FC236}">
                <a16:creationId xmlns:a16="http://schemas.microsoft.com/office/drawing/2014/main" id="{5276D8BA-65D6-A36C-10C5-7BB567D5B6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016949-7A33-32C4-B4F2-428D35CF333D}"/>
              </a:ext>
            </a:extLst>
          </p:cNvPr>
          <p:cNvSpPr>
            <a:spLocks noGrp="1"/>
          </p:cNvSpPr>
          <p:nvPr>
            <p:ph type="sldNum" sz="quarter" idx="12"/>
          </p:nvPr>
        </p:nvSpPr>
        <p:spPr/>
        <p:txBody>
          <a:bodyPr/>
          <a:lstStyle/>
          <a:p>
            <a:fld id="{90C35E0F-97AC-428B-B428-6B91AEDF23B5}" type="slidenum">
              <a:rPr lang="en-IN" smtClean="0"/>
              <a:t>‹#›</a:t>
            </a:fld>
            <a:endParaRPr lang="en-IN"/>
          </a:p>
        </p:txBody>
      </p:sp>
    </p:spTree>
    <p:extLst>
      <p:ext uri="{BB962C8B-B14F-4D97-AF65-F5344CB8AC3E}">
        <p14:creationId xmlns:p14="http://schemas.microsoft.com/office/powerpoint/2010/main" val="677400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61C17-3839-BFEC-BCBC-5E73148921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FBB592F-89EE-D0A9-B58F-1DFF51FF5AE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BCE2849-3D9F-940B-7F18-DB662F6A270C}"/>
              </a:ext>
            </a:extLst>
          </p:cNvPr>
          <p:cNvSpPr>
            <a:spLocks noGrp="1"/>
          </p:cNvSpPr>
          <p:nvPr>
            <p:ph type="dt" sz="half" idx="10"/>
          </p:nvPr>
        </p:nvSpPr>
        <p:spPr/>
        <p:txBody>
          <a:bodyPr/>
          <a:lstStyle/>
          <a:p>
            <a:fld id="{4EC409FE-D587-4AAE-A3FE-BFF88D71C392}" type="datetimeFigureOut">
              <a:rPr lang="en-IN" smtClean="0"/>
              <a:t>20-03-2026</a:t>
            </a:fld>
            <a:endParaRPr lang="en-IN"/>
          </a:p>
        </p:txBody>
      </p:sp>
      <p:sp>
        <p:nvSpPr>
          <p:cNvPr id="5" name="Footer Placeholder 4">
            <a:extLst>
              <a:ext uri="{FF2B5EF4-FFF2-40B4-BE49-F238E27FC236}">
                <a16:creationId xmlns:a16="http://schemas.microsoft.com/office/drawing/2014/main" id="{D57B2E2F-D9E2-6924-84E4-B6308B2A3E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368ECE-D13D-E936-C6AA-371DBBB769DD}"/>
              </a:ext>
            </a:extLst>
          </p:cNvPr>
          <p:cNvSpPr>
            <a:spLocks noGrp="1"/>
          </p:cNvSpPr>
          <p:nvPr>
            <p:ph type="sldNum" sz="quarter" idx="12"/>
          </p:nvPr>
        </p:nvSpPr>
        <p:spPr/>
        <p:txBody>
          <a:bodyPr/>
          <a:lstStyle/>
          <a:p>
            <a:fld id="{90C35E0F-97AC-428B-B428-6B91AEDF23B5}" type="slidenum">
              <a:rPr lang="en-IN" smtClean="0"/>
              <a:t>‹#›</a:t>
            </a:fld>
            <a:endParaRPr lang="en-IN"/>
          </a:p>
        </p:txBody>
      </p:sp>
    </p:spTree>
    <p:extLst>
      <p:ext uri="{BB962C8B-B14F-4D97-AF65-F5344CB8AC3E}">
        <p14:creationId xmlns:p14="http://schemas.microsoft.com/office/powerpoint/2010/main" val="1591077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F8E4D-EF86-B8D9-C7E3-F11EA89C71E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4F943BB-616F-B366-A3F9-BD4D731531E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17E29B2-7277-CF3D-540C-B1947169325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0911429-C312-1983-29F2-C67A49401979}"/>
              </a:ext>
            </a:extLst>
          </p:cNvPr>
          <p:cNvSpPr>
            <a:spLocks noGrp="1"/>
          </p:cNvSpPr>
          <p:nvPr>
            <p:ph type="dt" sz="half" idx="10"/>
          </p:nvPr>
        </p:nvSpPr>
        <p:spPr/>
        <p:txBody>
          <a:bodyPr/>
          <a:lstStyle/>
          <a:p>
            <a:fld id="{4EC409FE-D587-4AAE-A3FE-BFF88D71C392}" type="datetimeFigureOut">
              <a:rPr lang="en-IN" smtClean="0"/>
              <a:t>20-03-2026</a:t>
            </a:fld>
            <a:endParaRPr lang="en-IN"/>
          </a:p>
        </p:txBody>
      </p:sp>
      <p:sp>
        <p:nvSpPr>
          <p:cNvPr id="6" name="Footer Placeholder 5">
            <a:extLst>
              <a:ext uri="{FF2B5EF4-FFF2-40B4-BE49-F238E27FC236}">
                <a16:creationId xmlns:a16="http://schemas.microsoft.com/office/drawing/2014/main" id="{A8405D74-48A4-6F57-86D5-BFA70E97B2E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3F1D033-AAED-0B78-BE4C-9163882AEBC5}"/>
              </a:ext>
            </a:extLst>
          </p:cNvPr>
          <p:cNvSpPr>
            <a:spLocks noGrp="1"/>
          </p:cNvSpPr>
          <p:nvPr>
            <p:ph type="sldNum" sz="quarter" idx="12"/>
          </p:nvPr>
        </p:nvSpPr>
        <p:spPr/>
        <p:txBody>
          <a:bodyPr/>
          <a:lstStyle/>
          <a:p>
            <a:fld id="{90C35E0F-97AC-428B-B428-6B91AEDF23B5}" type="slidenum">
              <a:rPr lang="en-IN" smtClean="0"/>
              <a:t>‹#›</a:t>
            </a:fld>
            <a:endParaRPr lang="en-IN"/>
          </a:p>
        </p:txBody>
      </p:sp>
    </p:spTree>
    <p:extLst>
      <p:ext uri="{BB962C8B-B14F-4D97-AF65-F5344CB8AC3E}">
        <p14:creationId xmlns:p14="http://schemas.microsoft.com/office/powerpoint/2010/main" val="277683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2B8B6-2E01-8C16-636A-621D82F4A5C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C506421-7391-F954-B86A-A005932875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22822B-D83F-2BCA-6554-6362854283B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E57FCA7-8DCE-1BCB-6CCA-0603D52D8D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5E449F-D25F-6C28-092B-0E6F0C11E8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D4FC739-46E1-5D44-8D3F-5BEAC6FE0AC6}"/>
              </a:ext>
            </a:extLst>
          </p:cNvPr>
          <p:cNvSpPr>
            <a:spLocks noGrp="1"/>
          </p:cNvSpPr>
          <p:nvPr>
            <p:ph type="dt" sz="half" idx="10"/>
          </p:nvPr>
        </p:nvSpPr>
        <p:spPr/>
        <p:txBody>
          <a:bodyPr/>
          <a:lstStyle/>
          <a:p>
            <a:fld id="{4EC409FE-D587-4AAE-A3FE-BFF88D71C392}" type="datetimeFigureOut">
              <a:rPr lang="en-IN" smtClean="0"/>
              <a:t>20-03-2026</a:t>
            </a:fld>
            <a:endParaRPr lang="en-IN"/>
          </a:p>
        </p:txBody>
      </p:sp>
      <p:sp>
        <p:nvSpPr>
          <p:cNvPr id="8" name="Footer Placeholder 7">
            <a:extLst>
              <a:ext uri="{FF2B5EF4-FFF2-40B4-BE49-F238E27FC236}">
                <a16:creationId xmlns:a16="http://schemas.microsoft.com/office/drawing/2014/main" id="{093F5E98-5833-AA06-94BC-12E46708245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7CABC79-49D6-EB95-26B1-6CF785057416}"/>
              </a:ext>
            </a:extLst>
          </p:cNvPr>
          <p:cNvSpPr>
            <a:spLocks noGrp="1"/>
          </p:cNvSpPr>
          <p:nvPr>
            <p:ph type="sldNum" sz="quarter" idx="12"/>
          </p:nvPr>
        </p:nvSpPr>
        <p:spPr/>
        <p:txBody>
          <a:bodyPr/>
          <a:lstStyle/>
          <a:p>
            <a:fld id="{90C35E0F-97AC-428B-B428-6B91AEDF23B5}" type="slidenum">
              <a:rPr lang="en-IN" smtClean="0"/>
              <a:t>‹#›</a:t>
            </a:fld>
            <a:endParaRPr lang="en-IN"/>
          </a:p>
        </p:txBody>
      </p:sp>
    </p:spTree>
    <p:extLst>
      <p:ext uri="{BB962C8B-B14F-4D97-AF65-F5344CB8AC3E}">
        <p14:creationId xmlns:p14="http://schemas.microsoft.com/office/powerpoint/2010/main" val="14333748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1CFC5-1517-226A-D1DF-D4CB1C7BFB8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DF4470A-04F5-619A-ED6F-AE1254B122FE}"/>
              </a:ext>
            </a:extLst>
          </p:cNvPr>
          <p:cNvSpPr>
            <a:spLocks noGrp="1"/>
          </p:cNvSpPr>
          <p:nvPr>
            <p:ph type="dt" sz="half" idx="10"/>
          </p:nvPr>
        </p:nvSpPr>
        <p:spPr/>
        <p:txBody>
          <a:bodyPr/>
          <a:lstStyle/>
          <a:p>
            <a:fld id="{4EC409FE-D587-4AAE-A3FE-BFF88D71C392}" type="datetimeFigureOut">
              <a:rPr lang="en-IN" smtClean="0"/>
              <a:t>20-03-2026</a:t>
            </a:fld>
            <a:endParaRPr lang="en-IN"/>
          </a:p>
        </p:txBody>
      </p:sp>
      <p:sp>
        <p:nvSpPr>
          <p:cNvPr id="4" name="Footer Placeholder 3">
            <a:extLst>
              <a:ext uri="{FF2B5EF4-FFF2-40B4-BE49-F238E27FC236}">
                <a16:creationId xmlns:a16="http://schemas.microsoft.com/office/drawing/2014/main" id="{A9F8AECD-2D30-406C-4978-EF30E3343FF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5D2F2DB-1D6A-C869-F192-FC5D1BED84E8}"/>
              </a:ext>
            </a:extLst>
          </p:cNvPr>
          <p:cNvSpPr>
            <a:spLocks noGrp="1"/>
          </p:cNvSpPr>
          <p:nvPr>
            <p:ph type="sldNum" sz="quarter" idx="12"/>
          </p:nvPr>
        </p:nvSpPr>
        <p:spPr/>
        <p:txBody>
          <a:bodyPr/>
          <a:lstStyle/>
          <a:p>
            <a:fld id="{90C35E0F-97AC-428B-B428-6B91AEDF23B5}" type="slidenum">
              <a:rPr lang="en-IN" smtClean="0"/>
              <a:t>‹#›</a:t>
            </a:fld>
            <a:endParaRPr lang="en-IN"/>
          </a:p>
        </p:txBody>
      </p:sp>
    </p:spTree>
    <p:extLst>
      <p:ext uri="{BB962C8B-B14F-4D97-AF65-F5344CB8AC3E}">
        <p14:creationId xmlns:p14="http://schemas.microsoft.com/office/powerpoint/2010/main" val="20616423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FAD63A-8D7B-C89F-6C7E-E917919B0132}"/>
              </a:ext>
            </a:extLst>
          </p:cNvPr>
          <p:cNvSpPr>
            <a:spLocks noGrp="1"/>
          </p:cNvSpPr>
          <p:nvPr>
            <p:ph type="dt" sz="half" idx="10"/>
          </p:nvPr>
        </p:nvSpPr>
        <p:spPr/>
        <p:txBody>
          <a:bodyPr/>
          <a:lstStyle/>
          <a:p>
            <a:fld id="{4EC409FE-D587-4AAE-A3FE-BFF88D71C392}" type="datetimeFigureOut">
              <a:rPr lang="en-IN" smtClean="0"/>
              <a:t>20-03-2026</a:t>
            </a:fld>
            <a:endParaRPr lang="en-IN"/>
          </a:p>
        </p:txBody>
      </p:sp>
      <p:sp>
        <p:nvSpPr>
          <p:cNvPr id="3" name="Footer Placeholder 2">
            <a:extLst>
              <a:ext uri="{FF2B5EF4-FFF2-40B4-BE49-F238E27FC236}">
                <a16:creationId xmlns:a16="http://schemas.microsoft.com/office/drawing/2014/main" id="{1B46FF9C-EC94-6908-6744-D96AF3B70D7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B1BF5C3-3BDB-6870-4CAA-45F97C3EC0C9}"/>
              </a:ext>
            </a:extLst>
          </p:cNvPr>
          <p:cNvSpPr>
            <a:spLocks noGrp="1"/>
          </p:cNvSpPr>
          <p:nvPr>
            <p:ph type="sldNum" sz="quarter" idx="12"/>
          </p:nvPr>
        </p:nvSpPr>
        <p:spPr/>
        <p:txBody>
          <a:bodyPr/>
          <a:lstStyle/>
          <a:p>
            <a:fld id="{90C35E0F-97AC-428B-B428-6B91AEDF23B5}" type="slidenum">
              <a:rPr lang="en-IN" smtClean="0"/>
              <a:t>‹#›</a:t>
            </a:fld>
            <a:endParaRPr lang="en-IN"/>
          </a:p>
        </p:txBody>
      </p:sp>
    </p:spTree>
    <p:extLst>
      <p:ext uri="{BB962C8B-B14F-4D97-AF65-F5344CB8AC3E}">
        <p14:creationId xmlns:p14="http://schemas.microsoft.com/office/powerpoint/2010/main" val="1953959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00BF3-B330-3968-F3F4-D13B2FC58C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5BBA204-C8CF-0C2F-15FC-305F994CA3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697AC07-E8E5-CF32-E2E6-635BE858CD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B2FFB5-8F86-89A2-1734-E2FFDBCDF87B}"/>
              </a:ext>
            </a:extLst>
          </p:cNvPr>
          <p:cNvSpPr>
            <a:spLocks noGrp="1"/>
          </p:cNvSpPr>
          <p:nvPr>
            <p:ph type="dt" sz="half" idx="10"/>
          </p:nvPr>
        </p:nvSpPr>
        <p:spPr/>
        <p:txBody>
          <a:bodyPr/>
          <a:lstStyle/>
          <a:p>
            <a:fld id="{4EC409FE-D587-4AAE-A3FE-BFF88D71C392}" type="datetimeFigureOut">
              <a:rPr lang="en-IN" smtClean="0"/>
              <a:t>20-03-2026</a:t>
            </a:fld>
            <a:endParaRPr lang="en-IN"/>
          </a:p>
        </p:txBody>
      </p:sp>
      <p:sp>
        <p:nvSpPr>
          <p:cNvPr id="6" name="Footer Placeholder 5">
            <a:extLst>
              <a:ext uri="{FF2B5EF4-FFF2-40B4-BE49-F238E27FC236}">
                <a16:creationId xmlns:a16="http://schemas.microsoft.com/office/drawing/2014/main" id="{337D34DE-096B-1217-F41A-D6B9B7EDB05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739885C-E18E-761B-48C8-24504D49A36A}"/>
              </a:ext>
            </a:extLst>
          </p:cNvPr>
          <p:cNvSpPr>
            <a:spLocks noGrp="1"/>
          </p:cNvSpPr>
          <p:nvPr>
            <p:ph type="sldNum" sz="quarter" idx="12"/>
          </p:nvPr>
        </p:nvSpPr>
        <p:spPr/>
        <p:txBody>
          <a:bodyPr/>
          <a:lstStyle/>
          <a:p>
            <a:fld id="{90C35E0F-97AC-428B-B428-6B91AEDF23B5}" type="slidenum">
              <a:rPr lang="en-IN" smtClean="0"/>
              <a:t>‹#›</a:t>
            </a:fld>
            <a:endParaRPr lang="en-IN"/>
          </a:p>
        </p:txBody>
      </p:sp>
    </p:spTree>
    <p:extLst>
      <p:ext uri="{BB962C8B-B14F-4D97-AF65-F5344CB8AC3E}">
        <p14:creationId xmlns:p14="http://schemas.microsoft.com/office/powerpoint/2010/main" val="1258800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89E8E-1DE3-FE30-AC95-A42D2F901F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34F90E5-D0C5-263F-F170-F733FAB556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89263A9-6AD0-6CDE-711C-B4CB11E5B3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824A93-C078-77B0-D9E2-E12EBF1BDC52}"/>
              </a:ext>
            </a:extLst>
          </p:cNvPr>
          <p:cNvSpPr>
            <a:spLocks noGrp="1"/>
          </p:cNvSpPr>
          <p:nvPr>
            <p:ph type="dt" sz="half" idx="10"/>
          </p:nvPr>
        </p:nvSpPr>
        <p:spPr/>
        <p:txBody>
          <a:bodyPr/>
          <a:lstStyle/>
          <a:p>
            <a:fld id="{4EC409FE-D587-4AAE-A3FE-BFF88D71C392}" type="datetimeFigureOut">
              <a:rPr lang="en-IN" smtClean="0"/>
              <a:t>20-03-2026</a:t>
            </a:fld>
            <a:endParaRPr lang="en-IN"/>
          </a:p>
        </p:txBody>
      </p:sp>
      <p:sp>
        <p:nvSpPr>
          <p:cNvPr id="6" name="Footer Placeholder 5">
            <a:extLst>
              <a:ext uri="{FF2B5EF4-FFF2-40B4-BE49-F238E27FC236}">
                <a16:creationId xmlns:a16="http://schemas.microsoft.com/office/drawing/2014/main" id="{38476705-4E70-A5C7-1DB6-B46F77120F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5949BCB-3084-2297-F56E-261D92AAADCC}"/>
              </a:ext>
            </a:extLst>
          </p:cNvPr>
          <p:cNvSpPr>
            <a:spLocks noGrp="1"/>
          </p:cNvSpPr>
          <p:nvPr>
            <p:ph type="sldNum" sz="quarter" idx="12"/>
          </p:nvPr>
        </p:nvSpPr>
        <p:spPr/>
        <p:txBody>
          <a:bodyPr/>
          <a:lstStyle/>
          <a:p>
            <a:fld id="{90C35E0F-97AC-428B-B428-6B91AEDF23B5}" type="slidenum">
              <a:rPr lang="en-IN" smtClean="0"/>
              <a:t>‹#›</a:t>
            </a:fld>
            <a:endParaRPr lang="en-IN"/>
          </a:p>
        </p:txBody>
      </p:sp>
    </p:spTree>
    <p:extLst>
      <p:ext uri="{BB962C8B-B14F-4D97-AF65-F5344CB8AC3E}">
        <p14:creationId xmlns:p14="http://schemas.microsoft.com/office/powerpoint/2010/main" val="25062230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0678D-CB7F-EC1F-938A-D25E1EDE743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0BD62D9-701B-2280-0D59-10CAD067A8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86B76A-37DC-BC22-D3BD-BB07FCA3F969}"/>
              </a:ext>
            </a:extLst>
          </p:cNvPr>
          <p:cNvSpPr>
            <a:spLocks noGrp="1"/>
          </p:cNvSpPr>
          <p:nvPr>
            <p:ph type="dt" sz="half" idx="10"/>
          </p:nvPr>
        </p:nvSpPr>
        <p:spPr/>
        <p:txBody>
          <a:bodyPr/>
          <a:lstStyle/>
          <a:p>
            <a:fld id="{4EC409FE-D587-4AAE-A3FE-BFF88D71C392}" type="datetimeFigureOut">
              <a:rPr lang="en-IN" smtClean="0"/>
              <a:t>20-03-2026</a:t>
            </a:fld>
            <a:endParaRPr lang="en-IN"/>
          </a:p>
        </p:txBody>
      </p:sp>
      <p:sp>
        <p:nvSpPr>
          <p:cNvPr id="5" name="Footer Placeholder 4">
            <a:extLst>
              <a:ext uri="{FF2B5EF4-FFF2-40B4-BE49-F238E27FC236}">
                <a16:creationId xmlns:a16="http://schemas.microsoft.com/office/drawing/2014/main" id="{A1725667-34EC-5818-EFA9-DA6C6AA834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85E537-68A0-257E-6B7F-8B0C82E6178D}"/>
              </a:ext>
            </a:extLst>
          </p:cNvPr>
          <p:cNvSpPr>
            <a:spLocks noGrp="1"/>
          </p:cNvSpPr>
          <p:nvPr>
            <p:ph type="sldNum" sz="quarter" idx="12"/>
          </p:nvPr>
        </p:nvSpPr>
        <p:spPr/>
        <p:txBody>
          <a:bodyPr/>
          <a:lstStyle/>
          <a:p>
            <a:fld id="{90C35E0F-97AC-428B-B428-6B91AEDF23B5}" type="slidenum">
              <a:rPr lang="en-IN" smtClean="0"/>
              <a:t>‹#›</a:t>
            </a:fld>
            <a:endParaRPr lang="en-IN"/>
          </a:p>
        </p:txBody>
      </p:sp>
    </p:spTree>
    <p:extLst>
      <p:ext uri="{BB962C8B-B14F-4D97-AF65-F5344CB8AC3E}">
        <p14:creationId xmlns:p14="http://schemas.microsoft.com/office/powerpoint/2010/main" val="317986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E8BB54-E704-855F-5C02-284E6AB3096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2BCEC9C-74C5-8ED6-3910-0CD6296241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C87201-666A-69A0-9816-4F00B4C9618B}"/>
              </a:ext>
            </a:extLst>
          </p:cNvPr>
          <p:cNvSpPr>
            <a:spLocks noGrp="1"/>
          </p:cNvSpPr>
          <p:nvPr>
            <p:ph type="dt" sz="half" idx="10"/>
          </p:nvPr>
        </p:nvSpPr>
        <p:spPr/>
        <p:txBody>
          <a:bodyPr/>
          <a:lstStyle/>
          <a:p>
            <a:fld id="{4EC409FE-D587-4AAE-A3FE-BFF88D71C392}" type="datetimeFigureOut">
              <a:rPr lang="en-IN" smtClean="0"/>
              <a:t>20-03-2026</a:t>
            </a:fld>
            <a:endParaRPr lang="en-IN"/>
          </a:p>
        </p:txBody>
      </p:sp>
      <p:sp>
        <p:nvSpPr>
          <p:cNvPr id="5" name="Footer Placeholder 4">
            <a:extLst>
              <a:ext uri="{FF2B5EF4-FFF2-40B4-BE49-F238E27FC236}">
                <a16:creationId xmlns:a16="http://schemas.microsoft.com/office/drawing/2014/main" id="{77A84619-2A17-AF71-4A6C-D8CECDEC3C3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177989-DBC1-84FE-B568-861A768A5CA3}"/>
              </a:ext>
            </a:extLst>
          </p:cNvPr>
          <p:cNvSpPr>
            <a:spLocks noGrp="1"/>
          </p:cNvSpPr>
          <p:nvPr>
            <p:ph type="sldNum" sz="quarter" idx="12"/>
          </p:nvPr>
        </p:nvSpPr>
        <p:spPr/>
        <p:txBody>
          <a:bodyPr/>
          <a:lstStyle/>
          <a:p>
            <a:fld id="{90C35E0F-97AC-428B-B428-6B91AEDF23B5}" type="slidenum">
              <a:rPr lang="en-IN" smtClean="0"/>
              <a:t>‹#›</a:t>
            </a:fld>
            <a:endParaRPr lang="en-IN"/>
          </a:p>
        </p:txBody>
      </p:sp>
    </p:spTree>
    <p:extLst>
      <p:ext uri="{BB962C8B-B14F-4D97-AF65-F5344CB8AC3E}">
        <p14:creationId xmlns:p14="http://schemas.microsoft.com/office/powerpoint/2010/main" val="2274790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7E3C5EF-371C-594C-C9B7-F507CD50AC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E298153-45E2-427A-5D65-58FE43EB62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D5DFC6-4421-D9D0-84F7-C48D17FE1D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C409FE-D587-4AAE-A3FE-BFF88D71C392}" type="datetimeFigureOut">
              <a:rPr lang="en-IN" smtClean="0"/>
              <a:t>20-03-2026</a:t>
            </a:fld>
            <a:endParaRPr lang="en-IN"/>
          </a:p>
        </p:txBody>
      </p:sp>
      <p:sp>
        <p:nvSpPr>
          <p:cNvPr id="5" name="Footer Placeholder 4">
            <a:extLst>
              <a:ext uri="{FF2B5EF4-FFF2-40B4-BE49-F238E27FC236}">
                <a16:creationId xmlns:a16="http://schemas.microsoft.com/office/drawing/2014/main" id="{1798DB84-1861-548A-9E63-B55BB3F6F5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ED02D7B-A777-360D-9882-00A4C96FF1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C35E0F-97AC-428B-B428-6B91AEDF23B5}" type="slidenum">
              <a:rPr lang="en-IN" smtClean="0"/>
              <a:t>‹#›</a:t>
            </a:fld>
            <a:endParaRPr lang="en-IN"/>
          </a:p>
        </p:txBody>
      </p:sp>
    </p:spTree>
    <p:extLst>
      <p:ext uri="{BB962C8B-B14F-4D97-AF65-F5344CB8AC3E}">
        <p14:creationId xmlns:p14="http://schemas.microsoft.com/office/powerpoint/2010/main" val="20961044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F45B0-6732-E53F-70E5-260FA1A37871}"/>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B1D61E82-5270-C291-3C93-20F85375F85A}"/>
              </a:ext>
            </a:extLst>
          </p:cNvPr>
          <p:cNvSpPr>
            <a:spLocks noGrp="1"/>
          </p:cNvSpPr>
          <p:nvPr>
            <p:ph type="title"/>
          </p:nvPr>
        </p:nvSpPr>
        <p:spPr>
          <a:xfrm>
            <a:off x="838200" y="365125"/>
            <a:ext cx="10515600" cy="1460500"/>
          </a:xfrm>
        </p:spPr>
        <p:txBody>
          <a:bodyPr>
            <a:normAutofit/>
          </a:bodyPr>
          <a:lstStyle/>
          <a:p>
            <a:pPr algn="ctr"/>
            <a:r>
              <a:rPr lang="en-IN" sz="4400" b="1" i="0" u="none" strike="noStrike" baseline="0" dirty="0"/>
              <a:t>Module I </a:t>
            </a:r>
            <a:br>
              <a:rPr lang="en-IN" sz="4400" b="1" i="0" u="none" strike="noStrike" baseline="0" dirty="0"/>
            </a:br>
            <a:r>
              <a:rPr lang="en-US" sz="4400" b="1" i="0" u="none" strike="noStrike" baseline="0" dirty="0"/>
              <a:t>Introduction to Renewable Energy (RE)Sources</a:t>
            </a:r>
            <a:endParaRPr lang="en-IN" b="1" dirty="0"/>
          </a:p>
        </p:txBody>
      </p:sp>
      <p:sp>
        <p:nvSpPr>
          <p:cNvPr id="10" name="Content Placeholder 9">
            <a:extLst>
              <a:ext uri="{FF2B5EF4-FFF2-40B4-BE49-F238E27FC236}">
                <a16:creationId xmlns:a16="http://schemas.microsoft.com/office/drawing/2014/main" id="{AB368A8C-8658-2972-5E36-AAB94AA7717A}"/>
              </a:ext>
            </a:extLst>
          </p:cNvPr>
          <p:cNvSpPr>
            <a:spLocks noGrp="1"/>
          </p:cNvSpPr>
          <p:nvPr>
            <p:ph idx="1"/>
          </p:nvPr>
        </p:nvSpPr>
        <p:spPr>
          <a:xfrm>
            <a:off x="838200" y="1958009"/>
            <a:ext cx="10515600" cy="4218954"/>
          </a:xfrm>
        </p:spPr>
        <p:txBody>
          <a:bodyPr>
            <a:normAutofit/>
          </a:bodyPr>
          <a:lstStyle/>
          <a:p>
            <a:pPr algn="l"/>
            <a:r>
              <a:rPr lang="en-US" sz="2400" b="0" i="0" u="none" strike="noStrike" baseline="0" dirty="0"/>
              <a:t>World energy scenario</a:t>
            </a:r>
          </a:p>
          <a:p>
            <a:pPr algn="l"/>
            <a:r>
              <a:rPr lang="en-US" sz="2400" b="0" i="0" u="none" strike="noStrike" baseline="0" dirty="0"/>
              <a:t>Overview of conventional energy sources, their limitation </a:t>
            </a:r>
          </a:p>
          <a:p>
            <a:pPr algn="l"/>
            <a:r>
              <a:rPr lang="en-US" sz="2400" b="0" i="0" u="none" strike="noStrike" baseline="0" dirty="0"/>
              <a:t>Need of renewable energy, potential &amp; development of renewable energy sources</a:t>
            </a:r>
          </a:p>
          <a:p>
            <a:pPr algn="l"/>
            <a:r>
              <a:rPr lang="en-US" sz="2400" b="0" i="0" u="none" strike="noStrike" baseline="0" dirty="0"/>
              <a:t>Renewable energy in India</a:t>
            </a:r>
          </a:p>
          <a:p>
            <a:pPr algn="l"/>
            <a:r>
              <a:rPr lang="en-US" sz="2400" b="0" i="0" u="none" strike="noStrike" baseline="0" dirty="0"/>
              <a:t>An overview of types of renewable energy systems - Wind power, hydropower (micro and mini), solar energy, biomass, Biofuel, geothermal heat energy, pros and cons, and applications</a:t>
            </a:r>
          </a:p>
        </p:txBody>
      </p:sp>
    </p:spTree>
    <p:extLst>
      <p:ext uri="{BB962C8B-B14F-4D97-AF65-F5344CB8AC3E}">
        <p14:creationId xmlns:p14="http://schemas.microsoft.com/office/powerpoint/2010/main" val="1743258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8DE41-CF5E-3C68-D003-CCC716EBD3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46F49A-AEFA-439C-D814-B973D7F5F31C}"/>
              </a:ext>
            </a:extLst>
          </p:cNvPr>
          <p:cNvSpPr>
            <a:spLocks noGrp="1"/>
          </p:cNvSpPr>
          <p:nvPr>
            <p:ph type="title"/>
          </p:nvPr>
        </p:nvSpPr>
        <p:spPr/>
        <p:txBody>
          <a:bodyPr/>
          <a:lstStyle/>
          <a:p>
            <a:r>
              <a:rPr lang="en-US" b="1" dirty="0"/>
              <a:t>World energy scenario</a:t>
            </a:r>
            <a:endParaRPr lang="en-IN" b="1" dirty="0"/>
          </a:p>
        </p:txBody>
      </p:sp>
      <p:sp>
        <p:nvSpPr>
          <p:cNvPr id="3" name="Content Placeholder 2">
            <a:extLst>
              <a:ext uri="{FF2B5EF4-FFF2-40B4-BE49-F238E27FC236}">
                <a16:creationId xmlns:a16="http://schemas.microsoft.com/office/drawing/2014/main" id="{B2487FAD-A92F-9E81-42F5-3735C706D060}"/>
              </a:ext>
            </a:extLst>
          </p:cNvPr>
          <p:cNvSpPr>
            <a:spLocks noGrp="1"/>
          </p:cNvSpPr>
          <p:nvPr>
            <p:ph idx="1"/>
          </p:nvPr>
        </p:nvSpPr>
        <p:spPr/>
        <p:txBody>
          <a:bodyPr>
            <a:normAutofit/>
          </a:bodyPr>
          <a:lstStyle/>
          <a:p>
            <a:pPr algn="just"/>
            <a:r>
              <a:rPr lang="en-US" sz="2400" dirty="0"/>
              <a:t>To meet energy needs, the world community currently depends heavily on fossil fuels that are nonrenewable and unfriendly to the environment. </a:t>
            </a:r>
          </a:p>
          <a:p>
            <a:pPr algn="just"/>
            <a:r>
              <a:rPr lang="en-US" sz="2400" dirty="0"/>
              <a:t>More than half of the global energy is used by the industrial sector (54.6%) , followed by the transportation sector with 25.6%, the residential sector with 12.7%, and the commercial sector with 7.1 %. </a:t>
            </a:r>
          </a:p>
          <a:p>
            <a:pPr algn="just"/>
            <a:r>
              <a:rPr lang="en-US" sz="2400" dirty="0"/>
              <a:t>Energy use is expected to increase worldwide, driven mainly by industry, but this will mostly occur in developing countries with strong economic growth. </a:t>
            </a:r>
          </a:p>
          <a:p>
            <a:pPr algn="just"/>
            <a:r>
              <a:rPr lang="en-US" sz="2400" dirty="0"/>
              <a:t>Total global energy supply in 2017 was 589 Quad Btu, equivalent to 5.6x 10</a:t>
            </a:r>
            <a:r>
              <a:rPr lang="en-US" sz="2400" baseline="30000" dirty="0"/>
              <a:t>17</a:t>
            </a:r>
            <a:r>
              <a:rPr lang="en-US" sz="2400" dirty="0"/>
              <a:t> kJ. </a:t>
            </a:r>
          </a:p>
          <a:p>
            <a:pPr algn="just"/>
            <a:r>
              <a:rPr lang="en-US" sz="2400" dirty="0"/>
              <a:t>Fossil fuels accounted for 82.7 % ( 27.1 % coal, 33.4 % oil, 22.2 % natural gas) of this total energy production.</a:t>
            </a:r>
          </a:p>
          <a:p>
            <a:pPr algn="just"/>
            <a:endParaRPr lang="en-IN" sz="2400" dirty="0"/>
          </a:p>
        </p:txBody>
      </p:sp>
    </p:spTree>
    <p:extLst>
      <p:ext uri="{BB962C8B-B14F-4D97-AF65-F5344CB8AC3E}">
        <p14:creationId xmlns:p14="http://schemas.microsoft.com/office/powerpoint/2010/main" val="14054264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273A5-18A6-3337-8642-703DC727C7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2140D1-C7D4-FB4F-57FA-3E9452D5FC92}"/>
              </a:ext>
            </a:extLst>
          </p:cNvPr>
          <p:cNvSpPr>
            <a:spLocks noGrp="1"/>
          </p:cNvSpPr>
          <p:nvPr>
            <p:ph type="title"/>
          </p:nvPr>
        </p:nvSpPr>
        <p:spPr/>
        <p:txBody>
          <a:bodyPr/>
          <a:lstStyle/>
          <a:p>
            <a:r>
              <a:rPr lang="en-US" b="1" dirty="0"/>
              <a:t>World energy scenario</a:t>
            </a:r>
            <a:endParaRPr lang="en-IN" dirty="0"/>
          </a:p>
        </p:txBody>
      </p:sp>
      <p:pic>
        <p:nvPicPr>
          <p:cNvPr id="4" name="Picture 2" descr="Primary Energy">
            <a:extLst>
              <a:ext uri="{FF2B5EF4-FFF2-40B4-BE49-F238E27FC236}">
                <a16:creationId xmlns:a16="http://schemas.microsoft.com/office/drawing/2014/main" id="{A6119DD7-2F4D-D82F-D749-67CEA304215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838200" y="1557268"/>
            <a:ext cx="9597887" cy="49728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0941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5523D-0955-D6A0-68A1-0C177BF7BD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E00DF5-01ED-53B8-72FA-968D84B472A2}"/>
              </a:ext>
            </a:extLst>
          </p:cNvPr>
          <p:cNvSpPr>
            <a:spLocks noGrp="1"/>
          </p:cNvSpPr>
          <p:nvPr>
            <p:ph type="title"/>
          </p:nvPr>
        </p:nvSpPr>
        <p:spPr/>
        <p:txBody>
          <a:bodyPr/>
          <a:lstStyle/>
          <a:p>
            <a:r>
              <a:rPr lang="en-US" b="1" dirty="0"/>
              <a:t>World energy scenario</a:t>
            </a:r>
            <a:endParaRPr lang="en-IN" dirty="0"/>
          </a:p>
        </p:txBody>
      </p:sp>
      <p:sp>
        <p:nvSpPr>
          <p:cNvPr id="3" name="Content Placeholder 2">
            <a:extLst>
              <a:ext uri="{FF2B5EF4-FFF2-40B4-BE49-F238E27FC236}">
                <a16:creationId xmlns:a16="http://schemas.microsoft.com/office/drawing/2014/main" id="{23A332F4-7323-0CA7-23C2-626EC26CD211}"/>
              </a:ext>
            </a:extLst>
          </p:cNvPr>
          <p:cNvSpPr>
            <a:spLocks noGrp="1"/>
          </p:cNvSpPr>
          <p:nvPr>
            <p:ph idx="1"/>
          </p:nvPr>
        </p:nvSpPr>
        <p:spPr/>
        <p:txBody>
          <a:bodyPr>
            <a:normAutofit/>
          </a:bodyPr>
          <a:lstStyle/>
          <a:p>
            <a:r>
              <a:rPr lang="en-US" sz="2000" dirty="0"/>
              <a:t>Oil (31.7%) : Oil is a liquid fossil fuel mainly used in transport (cars, trucks, ships, aviation) and petrochemical industries. It is energy-dense and easily transported but produces significant greenhouse gas and air pollutant emissions when burned.</a:t>
            </a:r>
          </a:p>
          <a:p>
            <a:r>
              <a:rPr lang="en-US" sz="2000" dirty="0"/>
              <a:t>Natural gas (23.3%): Natural gas is the cleanest-burning fossil fuel, widely used for power generation, industry, and heating. It emits less CO₂ and local pollutants than coal and oil but still contributes substantially to climate change and can leak methane during production and transport.</a:t>
            </a:r>
          </a:p>
          <a:p>
            <a:r>
              <a:rPr lang="en-US" sz="2000" dirty="0"/>
              <a:t>Coal (26.5%): Coal is a solid fossil fuel heavily used for electricity and some industrial processes such as steel and cement. It is abundant and cheap in many countries but is the most carbon-intensive and polluting major fuel, driving many policies to phase it down.</a:t>
            </a:r>
          </a:p>
          <a:p>
            <a:endParaRPr lang="en-IN" sz="2000" dirty="0"/>
          </a:p>
          <a:p>
            <a:endParaRPr lang="en-IN" sz="2000" dirty="0"/>
          </a:p>
        </p:txBody>
      </p:sp>
    </p:spTree>
    <p:extLst>
      <p:ext uri="{BB962C8B-B14F-4D97-AF65-F5344CB8AC3E}">
        <p14:creationId xmlns:p14="http://schemas.microsoft.com/office/powerpoint/2010/main" val="29921641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3CA38-C580-C7E2-937B-0F401F0C96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E57D53-BAE0-CBCE-EE2B-36C064F51702}"/>
              </a:ext>
            </a:extLst>
          </p:cNvPr>
          <p:cNvSpPr>
            <a:spLocks noGrp="1"/>
          </p:cNvSpPr>
          <p:nvPr>
            <p:ph type="title"/>
          </p:nvPr>
        </p:nvSpPr>
        <p:spPr/>
        <p:txBody>
          <a:bodyPr/>
          <a:lstStyle/>
          <a:p>
            <a:r>
              <a:rPr lang="en-US" b="1" dirty="0"/>
              <a:t>World energy scenario</a:t>
            </a:r>
            <a:endParaRPr lang="en-IN" dirty="0"/>
          </a:p>
        </p:txBody>
      </p:sp>
      <p:sp>
        <p:nvSpPr>
          <p:cNvPr id="3" name="Content Placeholder 2">
            <a:extLst>
              <a:ext uri="{FF2B5EF4-FFF2-40B4-BE49-F238E27FC236}">
                <a16:creationId xmlns:a16="http://schemas.microsoft.com/office/drawing/2014/main" id="{637DC9F9-126A-7702-E5EE-3D0BCD08254D}"/>
              </a:ext>
            </a:extLst>
          </p:cNvPr>
          <p:cNvSpPr>
            <a:spLocks noGrp="1"/>
          </p:cNvSpPr>
          <p:nvPr>
            <p:ph idx="1"/>
          </p:nvPr>
        </p:nvSpPr>
        <p:spPr/>
        <p:txBody>
          <a:bodyPr>
            <a:normAutofit/>
          </a:bodyPr>
          <a:lstStyle/>
          <a:p>
            <a:r>
              <a:rPr lang="en-US" sz="2000" dirty="0"/>
              <a:t>Nuclear energy (4.0%): Nuclear power generates electricity from fission of uranium or plutonium without direct CO₂ emissions. It provides reliable baseload power but involves high capital costs, long lead times, and challenges around safety perception and long‑term radioactive waste management.​</a:t>
            </a:r>
          </a:p>
          <a:p>
            <a:r>
              <a:rPr lang="en-US" sz="2000" dirty="0"/>
              <a:t>Hydroelectric (6.4%): Hydropower converts the potential energy of stored or flowing water into electricity, offering flexible, low‑carbon generation and reservoir storage benefits. However, large dams can disrupt river ecosystems, displace communities, and are limited by geography and water availability.​</a:t>
            </a:r>
          </a:p>
          <a:p>
            <a:r>
              <a:rPr lang="en-US" sz="2000" dirty="0"/>
              <a:t>Renewables (non‑hydro, 8.2%) : This group includes wind, solar, bioenergy, and other emerging renewables that provide low‑carbon electricity and heat. Their costs have fallen rapidly, making them the fastest‑growing energy sources, though their variability requires grid flexibility, storage, and backup capacity.</a:t>
            </a:r>
          </a:p>
          <a:p>
            <a:pPr marL="0" indent="0">
              <a:buNone/>
            </a:pPr>
            <a:endParaRPr lang="en-IN" sz="2000" dirty="0"/>
          </a:p>
        </p:txBody>
      </p:sp>
    </p:spTree>
    <p:extLst>
      <p:ext uri="{BB962C8B-B14F-4D97-AF65-F5344CB8AC3E}">
        <p14:creationId xmlns:p14="http://schemas.microsoft.com/office/powerpoint/2010/main" val="14076055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523</Words>
  <Application>Microsoft Office PowerPoint</Application>
  <PresentationFormat>Widescreen</PresentationFormat>
  <Paragraphs>21</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Module I  Introduction to Renewable Energy (RE)Sources</vt:lpstr>
      <vt:lpstr>World energy scenario</vt:lpstr>
      <vt:lpstr>World energy scenario</vt:lpstr>
      <vt:lpstr>World energy scenario</vt:lpstr>
      <vt:lpstr>World energy scenario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1</cp:revision>
  <dcterms:created xsi:type="dcterms:W3CDTF">2026-03-20T16:24:47Z</dcterms:created>
  <dcterms:modified xsi:type="dcterms:W3CDTF">2026-03-20T16:25:11Z</dcterms:modified>
</cp:coreProperties>
</file>