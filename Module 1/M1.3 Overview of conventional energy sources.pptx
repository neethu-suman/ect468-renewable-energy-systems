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1" r:id="rId2"/>
    <p:sldId id="352" r:id="rId3"/>
    <p:sldId id="353" r:id="rId4"/>
    <p:sldId id="35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CEB4A-AA5E-11D9-282D-ECE7F127F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22C3F-7EBB-B85A-1078-1469D43B0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13C9E-14F3-F336-FA61-66DC77112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D19B-5F74-46F9-8FEE-EA4D6C97E8B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98B63-409F-3884-EE50-054EF9188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4669B-A79C-4BAC-2567-934B120B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761A-F07E-415A-A935-AD13C0237D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752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4836A-A48A-DC20-4544-C78ED3100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CC17D-6E0C-3D5E-BDAB-2B1B16BAA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6E9BA-14D7-D6B9-DBCE-73A320B2A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D19B-5F74-46F9-8FEE-EA4D6C97E8B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713EF-7813-B489-E4BE-F8B1E14E3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A3256-DBDC-C6D7-2A0C-DA820CD6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761A-F07E-415A-A935-AD13C0237D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305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42B9-D14D-990B-2DE9-75A691BB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214ED-867A-E24A-C789-27513B5DB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E89FE-0F09-B9D7-4C17-82AAF7CCC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D19B-5F74-46F9-8FEE-EA4D6C97E8B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A413D-2435-2474-2297-4E45A7F16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786B5-4293-DA7C-9935-7ECBBAD6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761A-F07E-415A-A935-AD13C0237D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219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9C3B1-A4C9-51DC-BCB8-EE6CB1E6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778FD-8A95-7669-16EA-AE7DE5F820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6C304-D250-5A5F-C270-613ACF406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09941-4A71-6EE8-E5ED-4626E750A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D19B-5F74-46F9-8FEE-EA4D6C97E8B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7ED52-BF14-C001-F780-2BABC479C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579E1-0869-2DED-5915-4DD43D7B7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761A-F07E-415A-A935-AD13C0237D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404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92C1-4C59-B0DF-87C5-8581490E7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C0666-B0FC-2C0F-B181-85FF41831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59E13-74D2-725D-CB56-2D05B3450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0A505-C360-8E2E-0AAC-5CC2656C4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6E257C-1680-6007-0111-6DB28BA1E4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F0D4E3-9118-C5F2-56E5-BE0874173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D19B-5F74-46F9-8FEE-EA4D6C97E8B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8BC745-7BB7-2DCD-B12B-9E686FF0B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23054A-8A2B-3BDE-6BD5-19695DF49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761A-F07E-415A-A935-AD13C0237D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633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6FE37-74B0-6F41-04B1-32F9CABBF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8AF127-302C-3182-4AEA-E5BE8CF0E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D19B-5F74-46F9-8FEE-EA4D6C97E8B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FE1888-95A4-AF0F-6827-036A98592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E9AC17-1DDD-6BAD-7D00-51913BC7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761A-F07E-415A-A935-AD13C0237D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69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49771B-C2B7-B94F-A8CC-E92BA78A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D19B-5F74-46F9-8FEE-EA4D6C97E8B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78F976-0157-6712-A6EB-78536BCF2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C071E-5ADA-88F9-2ACC-2B90FC13D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761A-F07E-415A-A935-AD13C0237D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06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9F10-B086-B111-66EB-F75F9B0D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A0C79-7361-4EF8-7372-339D76D30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85E4C-24EB-45BC-E134-36A5C6C6B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5671C-3628-ECDE-BDB9-04797D557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D19B-5F74-46F9-8FEE-EA4D6C97E8B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97866-E936-6185-D143-2016AC1C1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39CAB-6726-72F8-51A9-5591E7E9A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761A-F07E-415A-A935-AD13C0237D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45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E5ABF-EF6A-EF4C-067B-BD0448E56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36B0F5-59B1-282A-F3C6-4BD29A3D58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95377-BAE2-DF8D-830C-F52B3D511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AF67E-0285-2235-0B3B-EEAE684D2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D19B-5F74-46F9-8FEE-EA4D6C97E8B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8A844-29FD-0A38-63D2-73267E82E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16635-73F5-6CBB-87FC-4B4283F51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761A-F07E-415A-A935-AD13C0237D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53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C393B-F26F-1197-5048-C12257C0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A141A4-F6B4-6A9A-8057-970AF8D68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A4B99-E633-8872-55EE-BA66B6FB8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D19B-5F74-46F9-8FEE-EA4D6C97E8B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924F9-7314-27E7-272B-4487AF009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86671-5D49-C6A1-928F-91279B65E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761A-F07E-415A-A935-AD13C0237D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339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1FCD6E-F5BD-C10F-09C5-1ED9E6CE2C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3AA90-64C2-3F94-04DC-674C8AEC8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0D16F-91F9-B764-4066-5D6A17950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D19B-5F74-46F9-8FEE-EA4D6C97E8B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6D4F7-7115-DBAE-2676-6EEB72DC9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1FDC7-74BC-A3C8-B340-9D124DBC8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761A-F07E-415A-A935-AD13C0237D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873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186018-64F9-E288-3128-54C58A724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79185-ACCD-2661-AC5B-6A20F9505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E7839-39A0-B2BC-E142-76229451AE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7D19B-5F74-46F9-8FEE-EA4D6C97E8B4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A730B-FEF2-0FD0-8602-505876F0E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B3111-329D-A87E-2FAA-B74344A93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E761A-F07E-415A-A935-AD13C0237D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293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D7D68-47F4-0E67-E71C-0B77263AE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ABE64-89BF-A3A6-1BA3-1E52A134D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0" i="0" u="none" strike="noStrike" baseline="0" dirty="0"/>
              <a:t>Overview of conventional energy sources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C02CFD-599F-01A3-5A15-6608CB7F3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775928"/>
            <a:ext cx="9687339" cy="4853471"/>
          </a:xfrm>
        </p:spPr>
      </p:pic>
    </p:spTree>
    <p:extLst>
      <p:ext uri="{BB962C8B-B14F-4D97-AF65-F5344CB8AC3E}">
        <p14:creationId xmlns:p14="http://schemas.microsoft.com/office/powerpoint/2010/main" val="1599030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6928C-05D5-F531-F965-FA5047E60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Conventional Energy Sources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3E90FB-53AF-134F-B60A-217A6FEED4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408181"/>
            <a:ext cx="10671313" cy="5084694"/>
          </a:xfrm>
        </p:spPr>
      </p:pic>
    </p:spTree>
    <p:extLst>
      <p:ext uri="{BB962C8B-B14F-4D97-AF65-F5344CB8AC3E}">
        <p14:creationId xmlns:p14="http://schemas.microsoft.com/office/powerpoint/2010/main" val="5928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EB53-2351-48E6-2744-771BA7BDD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Conventional Energy Sources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1F67AC-B4C2-F802-AF03-AD70325A89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71417"/>
            <a:ext cx="9886122" cy="4690235"/>
          </a:xfrm>
        </p:spPr>
      </p:pic>
    </p:spTree>
    <p:extLst>
      <p:ext uri="{BB962C8B-B14F-4D97-AF65-F5344CB8AC3E}">
        <p14:creationId xmlns:p14="http://schemas.microsoft.com/office/powerpoint/2010/main" val="3769791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9704-DF83-D2B3-92F0-D258C7FBE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Conventional Energy Sources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57A4D7-FBBE-42F8-83D8-B10D96879F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5093" y="1690688"/>
            <a:ext cx="9749168" cy="4411938"/>
          </a:xfrm>
        </p:spPr>
      </p:pic>
    </p:spTree>
    <p:extLst>
      <p:ext uri="{BB962C8B-B14F-4D97-AF65-F5344CB8AC3E}">
        <p14:creationId xmlns:p14="http://schemas.microsoft.com/office/powerpoint/2010/main" val="3656134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Overview of conventional energy sources</vt:lpstr>
      <vt:lpstr>Limitations of Conventional Energy Sources</vt:lpstr>
      <vt:lpstr>Limitations of Conventional Energy Sources</vt:lpstr>
      <vt:lpstr>Limitations of Conventional Energy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2026-03-20T16:25:35Z</dcterms:created>
  <dcterms:modified xsi:type="dcterms:W3CDTF">2026-03-20T16:26:07Z</dcterms:modified>
</cp:coreProperties>
</file>