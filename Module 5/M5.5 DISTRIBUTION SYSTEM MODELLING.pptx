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0" r:id="rId2"/>
    <p:sldId id="304" r:id="rId3"/>
    <p:sldId id="307" r:id="rId4"/>
    <p:sldId id="305" r:id="rId5"/>
    <p:sldId id="30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941CA-AD7E-D9E2-57B0-43BA6CB01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18ED3-0639-C80B-0FC8-6FD79955C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FC1E6-3B8D-12C8-7C2F-A065A2D8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C5E00-EB66-D2D8-C3CA-47A7E513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EA11D-F2ED-13DD-747A-72648008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14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9099-00EC-1EA2-0E7A-956FB3ED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DD79-5121-9EAE-65E3-B31EBCE2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B8F7-03B2-23B2-5717-5E8AD542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07FA-4FCE-DB96-1127-9CDA5F5C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12F5-9B0E-A377-8275-D99EC48A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43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DB8D-8F36-DB51-BDBE-F11488D8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1D60D-8822-60DE-4429-A8D8A5FE4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C2F0-C47E-E0B1-7050-267E9202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D45E9-FB55-757E-AD48-D4BB8AE8B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F583-81EA-0C3B-0CD2-F7F411AB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2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0A94-17A4-BF84-758A-AEBE95F0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1A42-6AC5-463E-9529-ECFD6A664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575A4-C0B0-5DFF-EBCC-9BAC98568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7092B-ACFE-72B0-BABD-6276D9C3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79590-43DE-EE64-6B17-990B1CD2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1E177-B2D8-9A01-6A99-C7393C53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76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8F5D-7837-7B46-D2ED-A97C711E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B7A8E-43ED-D2C5-F711-6161539BD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5995F-6940-D9AC-4D36-6C708A7E4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AC418-2032-5105-EA5F-8C54DA1DE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E54E4-64D6-7F15-0CA3-0FBFC1619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29557-50CD-AB99-C519-6A04F2BD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752F6-C187-8740-EBEB-7412EA0A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474EF-80AB-69C8-DA00-172A5C52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60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4545-3C88-B7A3-F7DA-B811B672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0A770-103D-B839-98CA-C6972035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9AF9E-434B-8184-8908-53E245C4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C930F-E055-EE34-A01F-D7C6A265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27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BB022F-8F87-4C9B-8442-A8FEA6C8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2E08D-9505-D0A1-A744-B73FAD20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38897-CBD7-3CC2-9528-3C48E58E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87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2552-8A38-C8CB-7263-99EC36E2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6AB0-B1FA-4BA7-D443-B021DAB6F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66F5B-7331-B50F-FC0B-0423CB34A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50400-7B31-B82D-D7CD-8ED5E7DF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0B0E5-677C-C210-E14D-3ECEB127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B3525-D011-2C46-68BC-DC3FB4E5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80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2B8A-0AE8-6906-9493-988C4ECCF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BE9C7-791A-7DD3-42F8-CD9A6BC3A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43A66-9FF1-2BCB-459B-2A562B751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72F1A-381E-82F9-09D3-2B38E9DF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35B8A-1ACD-1CC1-74A2-2AB80EF0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F8987-8259-1F0F-9AE6-8003323A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12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924E-9B3A-0A6F-642E-F1382D3D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64529-4FE0-47A6-6BF1-DE8CCB12A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90979-69AD-792C-4862-26179BA0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92971-E80E-9CE8-1AF4-83DF5BB8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8DE8-5B8A-FFC6-301E-A49DFB00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491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E65AD-647D-D7D9-8B46-7DDCC05BD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A9CC1-C529-8EE8-C8DC-93039F7C5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E538A-CA1E-5398-3562-5CF37F3B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C1EDD-484C-C9F9-7BE2-250C7002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FB53C-0566-AE5D-7A68-BC88C39C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2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63585-23FC-12E6-73D8-33DB9CB5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6245A-9F8F-866B-72B0-8DAEA9F63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EE33A-D2FA-1299-3D5D-573A14A21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C1B99-BDE0-4D06-B3DE-0415F3CFDE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E510C-3D27-31B4-0058-DD1E1AFC0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B78F7-7668-4E7D-6EE1-236C66967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B83BE-5402-4482-AC57-A12F626A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75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8B77-AD86-83A7-B586-2A3F6B9E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SYSTEM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26221-D91F-3835-44DA-E7BE76C8F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distribution topology</a:t>
            </a:r>
            <a:r>
              <a:rPr lang="en-US" dirty="0"/>
              <a:t> defines how buses, feeders, and transformers are interconnected in a power distribution network.</a:t>
            </a:r>
          </a:p>
          <a:p>
            <a:r>
              <a:rPr lang="en-US" dirty="0"/>
              <a:t>The correct topology improves reliability, fault tolerance, power quality and continuity of supply</a:t>
            </a:r>
          </a:p>
          <a:p>
            <a:r>
              <a:rPr lang="en-US" dirty="0"/>
              <a:t>The </a:t>
            </a:r>
            <a:r>
              <a:rPr lang="en-US" b="1" dirty="0"/>
              <a:t>main distribution system topologies shown in the image</a:t>
            </a:r>
            <a:r>
              <a:rPr lang="en-US" dirty="0"/>
              <a:t> are:</a:t>
            </a:r>
          </a:p>
          <a:p>
            <a:pPr lvl="1"/>
            <a:r>
              <a:rPr lang="en-US" dirty="0"/>
              <a:t>Secondary-Selective Main–Tie–Main Arrangement</a:t>
            </a:r>
          </a:p>
          <a:p>
            <a:pPr lvl="1"/>
            <a:r>
              <a:rPr lang="en-US" dirty="0"/>
              <a:t>Main–Tie–Main Topology</a:t>
            </a:r>
          </a:p>
          <a:p>
            <a:pPr lvl="1"/>
            <a:r>
              <a:rPr lang="en-US" dirty="0"/>
              <a:t>Ring Bus Arrangement</a:t>
            </a:r>
          </a:p>
          <a:p>
            <a:pPr lvl="1"/>
            <a:r>
              <a:rPr lang="en-US" dirty="0"/>
              <a:t>Primary Loop Arrangement</a:t>
            </a:r>
          </a:p>
          <a:p>
            <a:pPr lvl="1"/>
            <a:r>
              <a:rPr lang="en-US" dirty="0"/>
              <a:t>Composite Primary Loop / Secondary-Selective Arrangement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95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0BF9-25DA-0B93-CBED-EBBEC913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DISTRIBUTION SYSTEM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FFB757-5FD7-62D9-2D7F-F8B742B45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49" y="1595534"/>
            <a:ext cx="7921691" cy="48973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8D55F3-1E70-38AA-959A-96B4C8FCC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240" y="1595534"/>
            <a:ext cx="4129563" cy="489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6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7B81-D265-2428-9B1F-67F46044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DISTRIBUTION SYSTEM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BBD6E9-E4C0-B2CC-D043-CE4F990E2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812" y="1690687"/>
            <a:ext cx="6637220" cy="48021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3FF281-0AFE-3F6B-E1BF-18FDA8039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420" y="1690688"/>
            <a:ext cx="4159240" cy="50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1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E304-80F6-FD37-4463-6711853A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DISTRIBUTION SYSTEM MODELLING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4AF37A-59F1-D80C-ACDA-EE1585485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333" y="1690688"/>
            <a:ext cx="8990519" cy="374433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AB585-F742-4346-87A1-120E8B6E5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38" y="5412540"/>
            <a:ext cx="9307759" cy="131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5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1CBF-D3E7-6E54-9640-CDCC23A8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DISTRIBUTION SYSTEM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D40764-C382-3A3A-66FC-1F4595900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803" y="1947616"/>
            <a:ext cx="7192058" cy="426657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A97716-28EA-1956-ECB0-36C229AD5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647" y="1690687"/>
            <a:ext cx="4832549" cy="2097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BC615-5BD2-991E-E5CF-DA8829F9A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861" y="3931226"/>
            <a:ext cx="4716335" cy="228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7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DISTRIBUTION SYSTEM MODELLING</vt:lpstr>
      <vt:lpstr>DISTRIBUTION SYSTEM MODELLING</vt:lpstr>
      <vt:lpstr>DISTRIBUTION SYSTEM MODELLING</vt:lpstr>
      <vt:lpstr>DISTRIBUTION SYSTEM MODELLING</vt:lpstr>
      <vt:lpstr>DISTRIBUTION SYSTEM MODELLING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2026-03-13T03:46:00Z</dcterms:created>
  <dcterms:modified xsi:type="dcterms:W3CDTF">2026-03-13T03:47:37Z</dcterms:modified>
</cp:coreProperties>
</file>